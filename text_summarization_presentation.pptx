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 Score (%)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ROUGE-1</c:v>
                  </c:pt>
                  <c:pt idx="1">
                    <c:v>ROUGE-2</c:v>
                  </c:pt>
                  <c:pt idx="2">
                    <c:v>ROUGE-L</c:v>
                  </c:pt>
                  <c:pt idx="3">
                    <c:v>ROUGE-Lsum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44.64</c:v>
                </c:pt>
                <c:pt idx="1">
                  <c:v>21.12</c:v>
                </c:pt>
                <c:pt idx="2">
                  <c:v>30.65</c:v>
                </c:pt>
                <c:pt idx="3">
                  <c:v>30.72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E2761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4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DEEP LEARNING  ·  AUTOMATIC SUMMARIZATION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2860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 Text Summarization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BART &amp; Encoder-Decoder Sequence-to-Sequence Models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" y="4709160"/>
            <a:ext cx="2464308" cy="420624"/>
          </a:xfrm>
          <a:prstGeom prst="roundRect">
            <a:avLst>
              <a:gd name="adj" fmla="val 17391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4709160"/>
            <a:ext cx="2464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DailyMail Dataset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59836" y="4709160"/>
            <a:ext cx="2464308" cy="420624"/>
          </a:xfrm>
          <a:prstGeom prst="roundRect">
            <a:avLst>
              <a:gd name="adj" fmla="val 17391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59836" y="4709160"/>
            <a:ext cx="2464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facebook/bart-large-cnn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25312" y="4709160"/>
            <a:ext cx="1792224" cy="420624"/>
          </a:xfrm>
          <a:prstGeom prst="roundRect">
            <a:avLst>
              <a:gd name="adj" fmla="val 17391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25312" y="470916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Evaluation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18704" y="4709160"/>
            <a:ext cx="1696212" cy="420624"/>
          </a:xfrm>
          <a:prstGeom prst="roundRect">
            <a:avLst>
              <a:gd name="adj" fmla="val 17391"/>
            </a:avLst>
          </a:prstGeom>
          <a:solidFill>
            <a:srgbClr val="141B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18704" y="4709160"/>
            <a:ext cx="16962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 App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news articles to a deployed executive-summary web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377440" cy="2377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-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/ DailyMail News Summarization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dataset of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~310,000 news articles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paired with human-written summary highlights, sourced from Kaggle (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gowrishankarp/newspaper-text-summarization-cnn-dailymail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48640" y="25877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9272" y="233172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19272" y="25877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287,112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19272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89904" y="233172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89904" y="25877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13,368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089904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860536" y="233172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860536" y="25877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11,490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860536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10881360" cy="621792"/>
          </a:xfrm>
          <a:prstGeom prst="roundRect">
            <a:avLst>
              <a:gd name="adj" fmla="val 10294"/>
            </a:avLst>
          </a:prstGeom>
          <a:solidFill>
            <a:srgbClr val="F4F6F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4572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651760" y="457200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full news article text, truncated to 1,024 input tokens.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5349240"/>
            <a:ext cx="10881360" cy="621792"/>
          </a:xfrm>
          <a:prstGeom prst="roundRect">
            <a:avLst>
              <a:gd name="adj" fmla="val 10294"/>
            </a:avLst>
          </a:prstGeom>
          <a:solidFill>
            <a:srgbClr val="F4F6F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7240" y="53492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651760" y="534924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reference gold highlights, used for ROUGE score benchmarking.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NLG 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Natural Language Generation frameworks power every stage of the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134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414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58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6243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operations, CUDA GPU acceleration, and model evaluation (model.eval()).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20574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382512" y="23134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44144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258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6243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AutoModelForSeq2SeqLM + AutoTokenizer. Model: facebook/bart-large-cnn (~406M params).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279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0740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rouge_score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45902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ROUGE-1, ROUGE-2, ROUGE-L and ROUGE-Lsum text generation evaluation metrics.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26480" y="40233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382512" y="4279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40740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&amp; tqdm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0" y="45902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batching, progress tracking, and CSV export of results.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models supported: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sshleifer/distilbart-cnn-12-6   ·   google/pegasus-cnn_dailymail   ·   t5-small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&amp;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35915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Clean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5661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CNN/DailyMail CSV, standardize columns, filter short articles &amp; summaries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72384" y="3474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46704" y="21031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35915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5661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facebook/bart-large-cnn model &amp; tokenizer, tokenize input (max 1,024 tokens)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3474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44768" y="21031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235915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64224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5661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decoding (num_beams=4), produce 30–128 token abstractive summaries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3474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942832" y="21031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2288" y="235915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62288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Export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35661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ROUGE-1/2/L scores, export summaries CSV, metric JSONs &amp; full project package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granular stages under the hood: clean → filter → tokenize → decode → score → package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datasets are sanitized and filtered using prepare_dataframe().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92240" cy="329184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989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 whitespace and newlines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clean_text(text):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re.sub(r"\s+", " ", str(text)).strip()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Quality filtering constraints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df[df["article"].str.len() &gt; 100]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df[df["summary"].str.len() &gt; 10]</a:t>
            </a:r>
            <a:endParaRPr lang="en-US" sz="1300" dirty="0"/>
          </a:p>
        </p:txBody>
      </p:sp>
      <p:pic>
        <p:nvPicPr>
          <p:cNvPr id="7" name="Image 0" descr="icon_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9659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82128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CONTROL PARAMETERS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251460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258775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5877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MAX_INPUT_TOKENS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880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Truncates long news articles to BART's max context length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342900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43800" y="350215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5021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MAX_SUMMARY_TOKENS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generated summary length for concise executive summaries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06640" y="434340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43800" y="441655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44165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MIN_SUMMARY_TOKENS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4709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overly brief or single-word generation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BART Sequence-to-Sequence Architecture</a:t>
            </a:r>
            <a:endParaRPr lang="en-US" sz="2800" dirty="0"/>
          </a:p>
        </p:txBody>
      </p:sp>
      <p:pic>
        <p:nvPicPr>
          <p:cNvPr id="4" name="Image 0" descr="icon_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facebook/bart-large-cnn</a:t>
            </a:r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bidirectional encoder + autoregressive decoder fine-tuned on news text.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41B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4871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 = AutoTokenizer.from_pretrained(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"facebook/bart-large-cnn")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AutoModelForSeq2SeqLM.from_pretrained(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"facebook/bart-large-cnn").to(device)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model.eval()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965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STRATEGY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41B4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46520" y="24871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summary_ids = model.generate(**inputs,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max_length=128, min_length=30,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num_beams=4, length_penalty=2.0,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no_repeat_ngram_size=3,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early_stopping=True)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9808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num_beams = 4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4 top candidate paths during decoding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25112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2628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length_penalty = 2.0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prematurely short sequences, encourages complete sentences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01584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02752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no_repeat_ngram_size = 3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repetitive phrases in the generated output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 Evaluation &amp; Metric Results</a:t>
            </a:r>
            <a:endParaRPr lang="en-US" sz="3000" dirty="0"/>
          </a:p>
        </p:txBody>
      </p:sp>
      <p:pic>
        <p:nvPicPr>
          <p:cNvPr id="4" name="Image 0" descr="icon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Recall-Oriented Understudy for Gisting Evaluation — computed with evaluate.load("rouge"), use_stemmer=True.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49808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44.64%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732520" y="19659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2350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 overlap matching key concepts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21.12%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3218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overlap matching word-pair fluency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30.65%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732520" y="3703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408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subsequence, sentence structure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4572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30.72%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732520" y="4572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ROUGE-Lsum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4956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Summary-level longest common subsequence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594360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41B47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5943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ROUGE-1 score of 44.64% demonstrates high factual and topical fidelity relative to human gold highlights.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&amp; Reports Generated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packages a complete, reproducible export folder.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768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0848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generated_summaries.csv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20848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news text, human highlights, and BART-generated summaries side by side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3054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638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971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rouge_scores.json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2971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ROUGE-1 / ROUGE-2 / ROUGE-L / ROUGE-Lsum metric results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8561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941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5079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8587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project_metadata.json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349240" y="38587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shapes, hardware device, and generation hyperparameters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67258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3776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47457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test_df_sample_1000.csv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349240" y="47457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filtered dataset sample used for evaluation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55955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5715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icon_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82472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56327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notebook_code_snapshot.py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349240" y="563270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snapshot for reproducibility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This Into a Live Web App</a:t>
            </a:r>
            <a:endParaRPr lang="en-US" sz="3000" dirty="0"/>
          </a:p>
        </p:txBody>
      </p:sp>
      <p:pic>
        <p:nvPicPr>
          <p:cNvPr id="4" name="Image 0" descr="icon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486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0574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8096" y="229514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231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" y="2990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Pipeline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768096" y="34747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facebook/bart-large-cnn directly from Hugging Face at startup.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072384" y="34290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346704" y="20574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66160" y="229514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4231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66160" y="2990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API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3566160" y="34747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POST /summarize endpoint; returns word count, reduction %, and summary as JSON.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5870448" y="34290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6144768" y="20574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64224" y="229514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2316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64224" y="2990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Web Dashboard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6364224" y="34747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article vs. summary view, a length slider (30 / 60 / 128 words), and a “Time Saved” badge.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8668512" y="34290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8942832" y="20574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62288" y="229514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242316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62288" y="2990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9162288" y="34747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 Render / Railway / AWS; frontend to Vercel / Netlify.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response  →  { "original_word_count": 850, "summary_word_count": 65, "reduction_percentage": "92.3%" }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2026-08-29T08:52:20Z</dcterms:created>
  <dcterms:modified xsi:type="dcterms:W3CDTF">2026-08-29T08:52:20Z</dcterms:modified>
</cp:coreProperties>
</file>